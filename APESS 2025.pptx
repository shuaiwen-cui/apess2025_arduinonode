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bookmarkIdSeed="2">
  <p:sldMasterIdLst>
    <p:sldMasterId id="2147483648" r:id="rId1"/>
  </p:sldMasterIdLst>
  <p:sldIdLst>
    <p:sldId id="295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32" autoAdjust="0"/>
    <p:restoredTop sz="97589" autoAdjust="0"/>
  </p:normalViewPr>
  <p:slideViewPr>
    <p:cSldViewPr snapToGrid="0">
      <p:cViewPr varScale="1">
        <p:scale>
          <a:sx n="151" d="100"/>
          <a:sy n="151" d="100"/>
        </p:scale>
        <p:origin x="208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571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a, y [CEE]" userId="44372938-4521-4e02-83c5-531382bbf641" providerId="ADAL" clId="{4B6632CC-0214-4AEF-B545-5C0C02DA471D}"/>
    <pc:docChg chg="undo custSel addSld modSld">
      <pc:chgData name="xia, y [CEE]" userId="44372938-4521-4e02-83c5-531382bbf641" providerId="ADAL" clId="{4B6632CC-0214-4AEF-B545-5C0C02DA471D}" dt="2025-08-01T12:15:59.388" v="331" actId="1076"/>
      <pc:docMkLst>
        <pc:docMk/>
      </pc:docMkLst>
      <pc:sldChg chg="addSp delSp modSp mod">
        <pc:chgData name="xia, y [CEE]" userId="44372938-4521-4e02-83c5-531382bbf641" providerId="ADAL" clId="{4B6632CC-0214-4AEF-B545-5C0C02DA471D}" dt="2025-08-01T12:15:59.388" v="331" actId="1076"/>
        <pc:sldMkLst>
          <pc:docMk/>
          <pc:sldMk cId="4268287571" sldId="256"/>
        </pc:sldMkLst>
        <pc:picChg chg="add mod">
          <ac:chgData name="xia, y [CEE]" userId="44372938-4521-4e02-83c5-531382bbf641" providerId="ADAL" clId="{4B6632CC-0214-4AEF-B545-5C0C02DA471D}" dt="2025-08-01T11:58:42.442" v="120" actId="1076"/>
          <ac:picMkLst>
            <pc:docMk/>
            <pc:sldMk cId="4268287571" sldId="256"/>
            <ac:picMk id="6" creationId="{E14E62EC-FACA-B28D-5324-05E93C0D3239}"/>
          </ac:picMkLst>
        </pc:picChg>
        <pc:picChg chg="add mod modCrop">
          <ac:chgData name="xia, y [CEE]" userId="44372938-4521-4e02-83c5-531382bbf641" providerId="ADAL" clId="{4B6632CC-0214-4AEF-B545-5C0C02DA471D}" dt="2025-08-01T12:15:50.947" v="330" actId="14100"/>
          <ac:picMkLst>
            <pc:docMk/>
            <pc:sldMk cId="4268287571" sldId="256"/>
            <ac:picMk id="8" creationId="{C212AF67-89FB-0159-1B11-B0484C217499}"/>
          </ac:picMkLst>
        </pc:picChg>
        <pc:picChg chg="add del">
          <ac:chgData name="xia, y [CEE]" userId="44372938-4521-4e02-83c5-531382bbf641" providerId="ADAL" clId="{4B6632CC-0214-4AEF-B545-5C0C02DA471D}" dt="2025-08-01T11:58:43.672" v="121" actId="478"/>
          <ac:picMkLst>
            <pc:docMk/>
            <pc:sldMk cId="4268287571" sldId="256"/>
            <ac:picMk id="18" creationId="{2B69E720-E03B-51A7-8618-248B2EF79B8F}"/>
          </ac:picMkLst>
        </pc:picChg>
        <pc:picChg chg="mod modCrop">
          <ac:chgData name="xia, y [CEE]" userId="44372938-4521-4e02-83c5-531382bbf641" providerId="ADAL" clId="{4B6632CC-0214-4AEF-B545-5C0C02DA471D}" dt="2025-08-01T12:15:59.388" v="331" actId="1076"/>
          <ac:picMkLst>
            <pc:docMk/>
            <pc:sldMk cId="4268287571" sldId="256"/>
            <ac:picMk id="28" creationId="{C561A7A8-454F-C446-2533-DC996A918584}"/>
          </ac:picMkLst>
        </pc:picChg>
        <pc:picChg chg="mod modCrop">
          <ac:chgData name="xia, y [CEE]" userId="44372938-4521-4e02-83c5-531382bbf641" providerId="ADAL" clId="{4B6632CC-0214-4AEF-B545-5C0C02DA471D}" dt="2025-08-01T12:15:05.568" v="328" actId="732"/>
          <ac:picMkLst>
            <pc:docMk/>
            <pc:sldMk cId="4268287571" sldId="256"/>
            <ac:picMk id="30" creationId="{517E481C-7CE3-3C31-895F-C5423DE10F2A}"/>
          </ac:picMkLst>
        </pc:picChg>
      </pc:sldChg>
      <pc:sldChg chg="modSp mod">
        <pc:chgData name="xia, y [CEE]" userId="44372938-4521-4e02-83c5-531382bbf641" providerId="ADAL" clId="{4B6632CC-0214-4AEF-B545-5C0C02DA471D}" dt="2025-07-31T10:48:41.863" v="1" actId="20577"/>
        <pc:sldMkLst>
          <pc:docMk/>
          <pc:sldMk cId="4086561989" sldId="293"/>
        </pc:sldMkLst>
        <pc:spChg chg="mod">
          <ac:chgData name="xia, y [CEE]" userId="44372938-4521-4e02-83c5-531382bbf641" providerId="ADAL" clId="{4B6632CC-0214-4AEF-B545-5C0C02DA471D}" dt="2025-07-31T10:48:41.863" v="1" actId="20577"/>
          <ac:spMkLst>
            <pc:docMk/>
            <pc:sldMk cId="4086561989" sldId="293"/>
            <ac:spMk id="4" creationId="{24E2E73F-B8A6-1364-7218-B5A81A0DFFAE}"/>
          </ac:spMkLst>
        </pc:spChg>
      </pc:sldChg>
      <pc:sldChg chg="modSp mod">
        <pc:chgData name="xia, y [CEE]" userId="44372938-4521-4e02-83c5-531382bbf641" providerId="ADAL" clId="{4B6632CC-0214-4AEF-B545-5C0C02DA471D}" dt="2025-07-31T10:50:23.743" v="34" actId="207"/>
        <pc:sldMkLst>
          <pc:docMk/>
          <pc:sldMk cId="2436351052" sldId="300"/>
        </pc:sldMkLst>
        <pc:spChg chg="mod">
          <ac:chgData name="xia, y [CEE]" userId="44372938-4521-4e02-83c5-531382bbf641" providerId="ADAL" clId="{4B6632CC-0214-4AEF-B545-5C0C02DA471D}" dt="2025-07-31T10:49:59.200" v="33" actId="207"/>
          <ac:spMkLst>
            <pc:docMk/>
            <pc:sldMk cId="2436351052" sldId="300"/>
            <ac:spMk id="4" creationId="{602C2662-2B8D-AA1D-2BF4-251B4D888F89}"/>
          </ac:spMkLst>
        </pc:spChg>
        <pc:spChg chg="mod">
          <ac:chgData name="xia, y [CEE]" userId="44372938-4521-4e02-83c5-531382bbf641" providerId="ADAL" clId="{4B6632CC-0214-4AEF-B545-5C0C02DA471D}" dt="2025-07-31T10:50:23.743" v="34" actId="207"/>
          <ac:spMkLst>
            <pc:docMk/>
            <pc:sldMk cId="2436351052" sldId="300"/>
            <ac:spMk id="5" creationId="{A31EFAF2-C416-D1B4-7915-5FAD2F9DDCC6}"/>
          </ac:spMkLst>
        </pc:spChg>
      </pc:sldChg>
      <pc:sldChg chg="addSp delSp modSp new mod">
        <pc:chgData name="xia, y [CEE]" userId="44372938-4521-4e02-83c5-531382bbf641" providerId="ADAL" clId="{4B6632CC-0214-4AEF-B545-5C0C02DA471D}" dt="2025-07-31T11:42:47.012" v="78" actId="1076"/>
        <pc:sldMkLst>
          <pc:docMk/>
          <pc:sldMk cId="3220614687" sldId="301"/>
        </pc:sldMkLst>
        <pc:spChg chg="del">
          <ac:chgData name="xia, y [CEE]" userId="44372938-4521-4e02-83c5-531382bbf641" providerId="ADAL" clId="{4B6632CC-0214-4AEF-B545-5C0C02DA471D}" dt="2025-07-31T10:50:38.084" v="36" actId="478"/>
          <ac:spMkLst>
            <pc:docMk/>
            <pc:sldMk cId="3220614687" sldId="301"/>
            <ac:spMk id="2" creationId="{D4F25E12-D06D-9A24-4FE3-745A394B4414}"/>
          </ac:spMkLst>
        </pc:spChg>
        <pc:spChg chg="del">
          <ac:chgData name="xia, y [CEE]" userId="44372938-4521-4e02-83c5-531382bbf641" providerId="ADAL" clId="{4B6632CC-0214-4AEF-B545-5C0C02DA471D}" dt="2025-07-31T10:50:38.084" v="36" actId="478"/>
          <ac:spMkLst>
            <pc:docMk/>
            <pc:sldMk cId="3220614687" sldId="301"/>
            <ac:spMk id="3" creationId="{0396EBAA-548A-8FBA-A01D-FA52DF69BEFE}"/>
          </ac:spMkLst>
        </pc:spChg>
        <pc:spChg chg="add mod">
          <ac:chgData name="xia, y [CEE]" userId="44372938-4521-4e02-83c5-531382bbf641" providerId="ADAL" clId="{4B6632CC-0214-4AEF-B545-5C0C02DA471D}" dt="2025-07-31T10:52:58.455" v="38"/>
          <ac:spMkLst>
            <pc:docMk/>
            <pc:sldMk cId="3220614687" sldId="301"/>
            <ac:spMk id="7" creationId="{D5BF66D5-C5B5-2D0C-A0AB-6AB8D7CFCF6B}"/>
          </ac:spMkLst>
        </pc:spChg>
        <pc:graphicFrameChg chg="add mod">
          <ac:chgData name="xia, y [CEE]" userId="44372938-4521-4e02-83c5-531382bbf641" providerId="ADAL" clId="{4B6632CC-0214-4AEF-B545-5C0C02DA471D}" dt="2025-07-31T10:52:54.579" v="37"/>
          <ac:graphicFrameMkLst>
            <pc:docMk/>
            <pc:sldMk cId="3220614687" sldId="301"/>
            <ac:graphicFrameMk id="4" creationId="{827FB575-CD98-435C-1A43-6DF0BAA07445}"/>
          </ac:graphicFrameMkLst>
        </pc:graphicFrameChg>
        <pc:graphicFrameChg chg="add mod">
          <ac:chgData name="xia, y [CEE]" userId="44372938-4521-4e02-83c5-531382bbf641" providerId="ADAL" clId="{4B6632CC-0214-4AEF-B545-5C0C02DA471D}" dt="2025-07-31T10:52:54.579" v="37"/>
          <ac:graphicFrameMkLst>
            <pc:docMk/>
            <pc:sldMk cId="3220614687" sldId="301"/>
            <ac:graphicFrameMk id="5" creationId="{B7695497-0741-5585-09C5-3C56A7F37FCA}"/>
          </ac:graphicFrameMkLst>
        </pc:graphicFrameChg>
        <pc:graphicFrameChg chg="add mod">
          <ac:chgData name="xia, y [CEE]" userId="44372938-4521-4e02-83c5-531382bbf641" providerId="ADAL" clId="{4B6632CC-0214-4AEF-B545-5C0C02DA471D}" dt="2025-07-31T10:52:54.579" v="37"/>
          <ac:graphicFrameMkLst>
            <pc:docMk/>
            <pc:sldMk cId="3220614687" sldId="301"/>
            <ac:graphicFrameMk id="6" creationId="{483C60DC-DB81-F201-2CDC-6240E975AE55}"/>
          </ac:graphicFrameMkLst>
        </pc:graphicFrameChg>
        <pc:picChg chg="add mod">
          <ac:chgData name="xia, y [CEE]" userId="44372938-4521-4e02-83c5-531382bbf641" providerId="ADAL" clId="{4B6632CC-0214-4AEF-B545-5C0C02DA471D}" dt="2025-07-31T11:42:43.190" v="77" actId="1076"/>
          <ac:picMkLst>
            <pc:docMk/>
            <pc:sldMk cId="3220614687" sldId="301"/>
            <ac:picMk id="9" creationId="{FAA3B7FC-04DD-F0D1-7662-5C94BDF14A83}"/>
          </ac:picMkLst>
        </pc:picChg>
        <pc:picChg chg="add del mod">
          <ac:chgData name="xia, y [CEE]" userId="44372938-4521-4e02-83c5-531382bbf641" providerId="ADAL" clId="{4B6632CC-0214-4AEF-B545-5C0C02DA471D}" dt="2025-07-31T10:54:07.628" v="46" actId="478"/>
          <ac:picMkLst>
            <pc:docMk/>
            <pc:sldMk cId="3220614687" sldId="301"/>
            <ac:picMk id="11" creationId="{AF684C02-2B09-2B65-B2F8-A7506A16753F}"/>
          </ac:picMkLst>
        </pc:picChg>
        <pc:picChg chg="add del mod">
          <ac:chgData name="xia, y [CEE]" userId="44372938-4521-4e02-83c5-531382bbf641" providerId="ADAL" clId="{4B6632CC-0214-4AEF-B545-5C0C02DA471D}" dt="2025-07-31T10:57:53.145" v="50" actId="478"/>
          <ac:picMkLst>
            <pc:docMk/>
            <pc:sldMk cId="3220614687" sldId="301"/>
            <ac:picMk id="13" creationId="{C721E4BA-87F1-E5B2-78C8-3CED761DFDB9}"/>
          </ac:picMkLst>
        </pc:picChg>
        <pc:picChg chg="add mod">
          <ac:chgData name="xia, y [CEE]" userId="44372938-4521-4e02-83c5-531382bbf641" providerId="ADAL" clId="{4B6632CC-0214-4AEF-B545-5C0C02DA471D}" dt="2025-07-31T11:42:47.012" v="78" actId="1076"/>
          <ac:picMkLst>
            <pc:docMk/>
            <pc:sldMk cId="3220614687" sldId="301"/>
            <ac:picMk id="15" creationId="{8546EF4D-65DD-2EE4-DE03-8D5D3DCAA4E4}"/>
          </ac:picMkLst>
        </pc:picChg>
        <pc:picChg chg="add mod">
          <ac:chgData name="xia, y [CEE]" userId="44372938-4521-4e02-83c5-531382bbf641" providerId="ADAL" clId="{4B6632CC-0214-4AEF-B545-5C0C02DA471D}" dt="2025-07-31T10:58:54.871" v="64" actId="1076"/>
          <ac:picMkLst>
            <pc:docMk/>
            <pc:sldMk cId="3220614687" sldId="301"/>
            <ac:picMk id="17" creationId="{A0B57C46-3688-DCD2-5A6F-9B4AB2AEB7CA}"/>
          </ac:picMkLst>
        </pc:picChg>
      </pc:sldChg>
      <pc:sldChg chg="addSp delSp modSp new mod">
        <pc:chgData name="xia, y [CEE]" userId="44372938-4521-4e02-83c5-531382bbf641" providerId="ADAL" clId="{4B6632CC-0214-4AEF-B545-5C0C02DA471D}" dt="2025-08-01T12:00:36.029" v="153" actId="27636"/>
        <pc:sldMkLst>
          <pc:docMk/>
          <pc:sldMk cId="1170344410" sldId="302"/>
        </pc:sldMkLst>
        <pc:spChg chg="add mod">
          <ac:chgData name="xia, y [CEE]" userId="44372938-4521-4e02-83c5-531382bbf641" providerId="ADAL" clId="{4B6632CC-0214-4AEF-B545-5C0C02DA471D}" dt="2025-08-01T12:00:36.029" v="153" actId="27636"/>
          <ac:spMkLst>
            <pc:docMk/>
            <pc:sldMk cId="1170344410" sldId="302"/>
            <ac:spMk id="2" creationId="{00E77C6C-C2BB-D8E0-93BF-27CB49526FE5}"/>
          </ac:spMkLst>
        </pc:spChg>
        <pc:spChg chg="del">
          <ac:chgData name="xia, y [CEE]" userId="44372938-4521-4e02-83c5-531382bbf641" providerId="ADAL" clId="{4B6632CC-0214-4AEF-B545-5C0C02DA471D}" dt="2025-07-31T11:00:16.177" v="66" actId="478"/>
          <ac:spMkLst>
            <pc:docMk/>
            <pc:sldMk cId="1170344410" sldId="302"/>
            <ac:spMk id="2" creationId="{46F0258E-4464-CD13-D1B5-DC95C4C12531}"/>
          </ac:spMkLst>
        </pc:spChg>
        <pc:spChg chg="del">
          <ac:chgData name="xia, y [CEE]" userId="44372938-4521-4e02-83c5-531382bbf641" providerId="ADAL" clId="{4B6632CC-0214-4AEF-B545-5C0C02DA471D}" dt="2025-07-31T11:00:16.177" v="66" actId="478"/>
          <ac:spMkLst>
            <pc:docMk/>
            <pc:sldMk cId="1170344410" sldId="302"/>
            <ac:spMk id="3" creationId="{AB973861-85D8-355C-A214-0BF3885F3F22}"/>
          </ac:spMkLst>
        </pc:spChg>
        <pc:picChg chg="add mod modCrop">
          <ac:chgData name="xia, y [CEE]" userId="44372938-4521-4e02-83c5-531382bbf641" providerId="ADAL" clId="{4B6632CC-0214-4AEF-B545-5C0C02DA471D}" dt="2025-08-01T12:00:12.008" v="128" actId="1076"/>
          <ac:picMkLst>
            <pc:docMk/>
            <pc:sldMk cId="1170344410" sldId="302"/>
            <ac:picMk id="5" creationId="{5862F554-FFE5-A21E-4C1F-13CAEBA768A8}"/>
          </ac:picMkLst>
        </pc:picChg>
      </pc:sldChg>
      <pc:sldChg chg="addSp delSp modSp new mod">
        <pc:chgData name="xia, y [CEE]" userId="44372938-4521-4e02-83c5-531382bbf641" providerId="ADAL" clId="{4B6632CC-0214-4AEF-B545-5C0C02DA471D}" dt="2025-07-31T11:45:04.278" v="96" actId="1076"/>
        <pc:sldMkLst>
          <pc:docMk/>
          <pc:sldMk cId="569510015" sldId="303"/>
        </pc:sldMkLst>
        <pc:spChg chg="del">
          <ac:chgData name="xia, y [CEE]" userId="44372938-4521-4e02-83c5-531382bbf641" providerId="ADAL" clId="{4B6632CC-0214-4AEF-B545-5C0C02DA471D}" dt="2025-07-31T11:43:07.502" v="80" actId="478"/>
          <ac:spMkLst>
            <pc:docMk/>
            <pc:sldMk cId="569510015" sldId="303"/>
            <ac:spMk id="2" creationId="{43C2E0DC-8859-4B4D-54C0-2F2EBE66E168}"/>
          </ac:spMkLst>
        </pc:spChg>
        <pc:spChg chg="del">
          <ac:chgData name="xia, y [CEE]" userId="44372938-4521-4e02-83c5-531382bbf641" providerId="ADAL" clId="{4B6632CC-0214-4AEF-B545-5C0C02DA471D}" dt="2025-07-31T11:43:07.502" v="80" actId="478"/>
          <ac:spMkLst>
            <pc:docMk/>
            <pc:sldMk cId="569510015" sldId="303"/>
            <ac:spMk id="3" creationId="{C9D7FA95-9401-5F82-1E51-3585FFF7D418}"/>
          </ac:spMkLst>
        </pc:spChg>
        <pc:picChg chg="add mod">
          <ac:chgData name="xia, y [CEE]" userId="44372938-4521-4e02-83c5-531382bbf641" providerId="ADAL" clId="{4B6632CC-0214-4AEF-B545-5C0C02DA471D}" dt="2025-07-31T11:44:48.812" v="91" actId="1076"/>
          <ac:picMkLst>
            <pc:docMk/>
            <pc:sldMk cId="569510015" sldId="303"/>
            <ac:picMk id="4" creationId="{1BD37EBC-ADFD-DAB6-A931-38BEC8CDD051}"/>
          </ac:picMkLst>
        </pc:picChg>
        <pc:picChg chg="add mod">
          <ac:chgData name="xia, y [CEE]" userId="44372938-4521-4e02-83c5-531382bbf641" providerId="ADAL" clId="{4B6632CC-0214-4AEF-B545-5C0C02DA471D}" dt="2025-07-31T11:44:50.700" v="92" actId="1076"/>
          <ac:picMkLst>
            <pc:docMk/>
            <pc:sldMk cId="569510015" sldId="303"/>
            <ac:picMk id="5" creationId="{2A6F8973-25D7-6C63-0C6F-2266D0CD154C}"/>
          </ac:picMkLst>
        </pc:picChg>
        <pc:picChg chg="add mod">
          <ac:chgData name="xia, y [CEE]" userId="44372938-4521-4e02-83c5-531382bbf641" providerId="ADAL" clId="{4B6632CC-0214-4AEF-B545-5C0C02DA471D}" dt="2025-07-31T11:45:04.278" v="96" actId="1076"/>
          <ac:picMkLst>
            <pc:docMk/>
            <pc:sldMk cId="569510015" sldId="303"/>
            <ac:picMk id="6" creationId="{D1F4F452-AB46-1993-A883-FBE0DB08BE9F}"/>
          </ac:picMkLst>
        </pc:picChg>
        <pc:picChg chg="add mod">
          <ac:chgData name="xia, y [CEE]" userId="44372938-4521-4e02-83c5-531382bbf641" providerId="ADAL" clId="{4B6632CC-0214-4AEF-B545-5C0C02DA471D}" dt="2025-07-31T11:44:54.110" v="94" actId="1076"/>
          <ac:picMkLst>
            <pc:docMk/>
            <pc:sldMk cId="569510015" sldId="303"/>
            <ac:picMk id="7" creationId="{53239780-9902-9B91-AC72-CD03372260C9}"/>
          </ac:picMkLst>
        </pc:picChg>
        <pc:picChg chg="add mod">
          <ac:chgData name="xia, y [CEE]" userId="44372938-4521-4e02-83c5-531382bbf641" providerId="ADAL" clId="{4B6632CC-0214-4AEF-B545-5C0C02DA471D}" dt="2025-07-31T11:44:55.359" v="95" actId="1076"/>
          <ac:picMkLst>
            <pc:docMk/>
            <pc:sldMk cId="569510015" sldId="303"/>
            <ac:picMk id="8" creationId="{E30D406F-A29D-00EB-C799-446ED0BFD6EC}"/>
          </ac:picMkLst>
        </pc:picChg>
      </pc:sldChg>
      <pc:sldChg chg="addSp delSp modSp new mod">
        <pc:chgData name="xia, y [CEE]" userId="44372938-4521-4e02-83c5-531382bbf641" providerId="ADAL" clId="{4B6632CC-0214-4AEF-B545-5C0C02DA471D}" dt="2025-08-01T12:06:09.933" v="240" actId="1076"/>
        <pc:sldMkLst>
          <pc:docMk/>
          <pc:sldMk cId="4273817371" sldId="304"/>
        </pc:sldMkLst>
        <pc:spChg chg="del">
          <ac:chgData name="xia, y [CEE]" userId="44372938-4521-4e02-83c5-531382bbf641" providerId="ADAL" clId="{4B6632CC-0214-4AEF-B545-5C0C02DA471D}" dt="2025-08-01T12:00:56.739" v="155" actId="478"/>
          <ac:spMkLst>
            <pc:docMk/>
            <pc:sldMk cId="4273817371" sldId="304"/>
            <ac:spMk id="2" creationId="{46BD7F72-6053-7B8A-E635-D736E63B6560}"/>
          </ac:spMkLst>
        </pc:spChg>
        <pc:spChg chg="del">
          <ac:chgData name="xia, y [CEE]" userId="44372938-4521-4e02-83c5-531382bbf641" providerId="ADAL" clId="{4B6632CC-0214-4AEF-B545-5C0C02DA471D}" dt="2025-08-01T12:00:56.739" v="155" actId="478"/>
          <ac:spMkLst>
            <pc:docMk/>
            <pc:sldMk cId="4273817371" sldId="304"/>
            <ac:spMk id="3" creationId="{B4907F3A-6583-9872-8A28-963A8A5DC336}"/>
          </ac:spMkLst>
        </pc:spChg>
        <pc:spChg chg="add mod">
          <ac:chgData name="xia, y [CEE]" userId="44372938-4521-4e02-83c5-531382bbf641" providerId="ADAL" clId="{4B6632CC-0214-4AEF-B545-5C0C02DA471D}" dt="2025-08-01T12:01:41.748" v="186" actId="27636"/>
          <ac:spMkLst>
            <pc:docMk/>
            <pc:sldMk cId="4273817371" sldId="304"/>
            <ac:spMk id="4" creationId="{E4BEFA4A-6BD2-F7BD-A6D5-E9BD7E9F9ABC}"/>
          </ac:spMkLst>
        </pc:spChg>
        <pc:spChg chg="add mod">
          <ac:chgData name="xia, y [CEE]" userId="44372938-4521-4e02-83c5-531382bbf641" providerId="ADAL" clId="{4B6632CC-0214-4AEF-B545-5C0C02DA471D}" dt="2025-08-01T12:06:09.933" v="240" actId="1076"/>
          <ac:spMkLst>
            <pc:docMk/>
            <pc:sldMk cId="4273817371" sldId="304"/>
            <ac:spMk id="9" creationId="{B83DA835-5F24-0C09-ED68-DBB4B410159A}"/>
          </ac:spMkLst>
        </pc:spChg>
        <pc:picChg chg="add mod">
          <ac:chgData name="xia, y [CEE]" userId="44372938-4521-4e02-83c5-531382bbf641" providerId="ADAL" clId="{4B6632CC-0214-4AEF-B545-5C0C02DA471D}" dt="2025-08-01T12:04:27.588" v="202" actId="1076"/>
          <ac:picMkLst>
            <pc:docMk/>
            <pc:sldMk cId="4273817371" sldId="304"/>
            <ac:picMk id="6" creationId="{9069A149-C071-C944-8D7E-5FFCEB09871D}"/>
          </ac:picMkLst>
        </pc:picChg>
        <pc:picChg chg="add mod">
          <ac:chgData name="xia, y [CEE]" userId="44372938-4521-4e02-83c5-531382bbf641" providerId="ADAL" clId="{4B6632CC-0214-4AEF-B545-5C0C02DA471D}" dt="2025-08-01T12:05:14.789" v="210" actId="1076"/>
          <ac:picMkLst>
            <pc:docMk/>
            <pc:sldMk cId="4273817371" sldId="304"/>
            <ac:picMk id="8" creationId="{B6DD92E1-34B7-3B6A-EFB6-5485C0C8F358}"/>
          </ac:picMkLst>
        </pc:picChg>
      </pc:sldChg>
      <pc:sldChg chg="addSp delSp modSp new mod">
        <pc:chgData name="xia, y [CEE]" userId="44372938-4521-4e02-83c5-531382bbf641" providerId="ADAL" clId="{4B6632CC-0214-4AEF-B545-5C0C02DA471D}" dt="2025-08-01T12:03:14.445" v="197" actId="1076"/>
        <pc:sldMkLst>
          <pc:docMk/>
          <pc:sldMk cId="316784943" sldId="305"/>
        </pc:sldMkLst>
        <pc:spChg chg="del">
          <ac:chgData name="xia, y [CEE]" userId="44372938-4521-4e02-83c5-531382bbf641" providerId="ADAL" clId="{4B6632CC-0214-4AEF-B545-5C0C02DA471D}" dt="2025-08-01T12:02:17.590" v="188" actId="478"/>
          <ac:spMkLst>
            <pc:docMk/>
            <pc:sldMk cId="316784943" sldId="305"/>
            <ac:spMk id="2" creationId="{7F672BDD-8F0E-1325-17C2-50DEE6353CF2}"/>
          </ac:spMkLst>
        </pc:spChg>
        <pc:spChg chg="del">
          <ac:chgData name="xia, y [CEE]" userId="44372938-4521-4e02-83c5-531382bbf641" providerId="ADAL" clId="{4B6632CC-0214-4AEF-B545-5C0C02DA471D}" dt="2025-08-01T12:02:17.590" v="188" actId="478"/>
          <ac:spMkLst>
            <pc:docMk/>
            <pc:sldMk cId="316784943" sldId="305"/>
            <ac:spMk id="3" creationId="{DF426460-A927-12D8-2540-3BD86350E213}"/>
          </ac:spMkLst>
        </pc:spChg>
        <pc:picChg chg="add mod modCrop">
          <ac:chgData name="xia, y [CEE]" userId="44372938-4521-4e02-83c5-531382bbf641" providerId="ADAL" clId="{4B6632CC-0214-4AEF-B545-5C0C02DA471D}" dt="2025-08-01T12:03:14.445" v="197" actId="1076"/>
          <ac:picMkLst>
            <pc:docMk/>
            <pc:sldMk cId="316784943" sldId="305"/>
            <ac:picMk id="5" creationId="{A840EF36-5AA3-2B91-C540-9542B08B7F32}"/>
          </ac:picMkLst>
        </pc:picChg>
      </pc:sldChg>
      <pc:sldChg chg="addSp delSp modSp new mod">
        <pc:chgData name="xia, y [CEE]" userId="44372938-4521-4e02-83c5-531382bbf641" providerId="ADAL" clId="{4B6632CC-0214-4AEF-B545-5C0C02DA471D}" dt="2025-08-01T12:11:00.548" v="282" actId="1076"/>
        <pc:sldMkLst>
          <pc:docMk/>
          <pc:sldMk cId="3985741008" sldId="306"/>
        </pc:sldMkLst>
        <pc:spChg chg="del">
          <ac:chgData name="xia, y [CEE]" userId="44372938-4521-4e02-83c5-531382bbf641" providerId="ADAL" clId="{4B6632CC-0214-4AEF-B545-5C0C02DA471D}" dt="2025-08-01T12:08:24.998" v="242" actId="478"/>
          <ac:spMkLst>
            <pc:docMk/>
            <pc:sldMk cId="3985741008" sldId="306"/>
            <ac:spMk id="2" creationId="{768EDF7D-3492-48E4-67FC-57C93BBCD074}"/>
          </ac:spMkLst>
        </pc:spChg>
        <pc:spChg chg="del">
          <ac:chgData name="xia, y [CEE]" userId="44372938-4521-4e02-83c5-531382bbf641" providerId="ADAL" clId="{4B6632CC-0214-4AEF-B545-5C0C02DA471D}" dt="2025-08-01T12:08:24.998" v="242" actId="478"/>
          <ac:spMkLst>
            <pc:docMk/>
            <pc:sldMk cId="3985741008" sldId="306"/>
            <ac:spMk id="3" creationId="{0D54E6BE-9AB2-CDDE-B50A-4EE4B47873DD}"/>
          </ac:spMkLst>
        </pc:spChg>
        <pc:spChg chg="add mod">
          <ac:chgData name="xia, y [CEE]" userId="44372938-4521-4e02-83c5-531382bbf641" providerId="ADAL" clId="{4B6632CC-0214-4AEF-B545-5C0C02DA471D}" dt="2025-08-01T12:11:00.548" v="282" actId="1076"/>
          <ac:spMkLst>
            <pc:docMk/>
            <pc:sldMk cId="3985741008" sldId="306"/>
            <ac:spMk id="4" creationId="{2DEE081E-9A25-FC72-ADCE-DE0DD640F9AF}"/>
          </ac:spMkLst>
        </pc:spChg>
        <pc:picChg chg="add mod modCrop">
          <ac:chgData name="xia, y [CEE]" userId="44372938-4521-4e02-83c5-531382bbf641" providerId="ADAL" clId="{4B6632CC-0214-4AEF-B545-5C0C02DA471D}" dt="2025-08-01T12:10:49.348" v="281" actId="1076"/>
          <ac:picMkLst>
            <pc:docMk/>
            <pc:sldMk cId="3985741008" sldId="306"/>
            <ac:picMk id="6" creationId="{4D5FEAA0-49B4-3A8A-51BC-B5902014AB83}"/>
          </ac:picMkLst>
        </pc:picChg>
        <pc:picChg chg="add mod modCrop">
          <ac:chgData name="xia, y [CEE]" userId="44372938-4521-4e02-83c5-531382bbf641" providerId="ADAL" clId="{4B6632CC-0214-4AEF-B545-5C0C02DA471D}" dt="2025-08-01T12:10:21.408" v="272" actId="1076"/>
          <ac:picMkLst>
            <pc:docMk/>
            <pc:sldMk cId="3985741008" sldId="306"/>
            <ac:picMk id="8" creationId="{3CFFCB73-8077-F04F-2AF0-FF4E84BC8B04}"/>
          </ac:picMkLst>
        </pc:picChg>
        <pc:picChg chg="add mod modCrop">
          <ac:chgData name="xia, y [CEE]" userId="44372938-4521-4e02-83c5-531382bbf641" providerId="ADAL" clId="{4B6632CC-0214-4AEF-B545-5C0C02DA471D}" dt="2025-08-01T12:10:47.268" v="280" actId="1076"/>
          <ac:picMkLst>
            <pc:docMk/>
            <pc:sldMk cId="3985741008" sldId="306"/>
            <ac:picMk id="10" creationId="{F33D9EE1-F8BE-0C56-8F4B-04C67021D485}"/>
          </ac:picMkLst>
        </pc:picChg>
      </pc:sldChg>
      <pc:sldChg chg="addSp delSp modSp new mod">
        <pc:chgData name="xia, y [CEE]" userId="44372938-4521-4e02-83c5-531382bbf641" providerId="ADAL" clId="{4B6632CC-0214-4AEF-B545-5C0C02DA471D}" dt="2025-08-01T12:14:06.408" v="323" actId="1076"/>
        <pc:sldMkLst>
          <pc:docMk/>
          <pc:sldMk cId="2769041427" sldId="307"/>
        </pc:sldMkLst>
        <pc:spChg chg="del">
          <ac:chgData name="xia, y [CEE]" userId="44372938-4521-4e02-83c5-531382bbf641" providerId="ADAL" clId="{4B6632CC-0214-4AEF-B545-5C0C02DA471D}" dt="2025-08-01T12:11:06.358" v="284" actId="478"/>
          <ac:spMkLst>
            <pc:docMk/>
            <pc:sldMk cId="2769041427" sldId="307"/>
            <ac:spMk id="2" creationId="{13589619-D594-74D4-94B2-C51D30318EF2}"/>
          </ac:spMkLst>
        </pc:spChg>
        <pc:spChg chg="del">
          <ac:chgData name="xia, y [CEE]" userId="44372938-4521-4e02-83c5-531382bbf641" providerId="ADAL" clId="{4B6632CC-0214-4AEF-B545-5C0C02DA471D}" dt="2025-08-01T12:11:06.358" v="284" actId="478"/>
          <ac:spMkLst>
            <pc:docMk/>
            <pc:sldMk cId="2769041427" sldId="307"/>
            <ac:spMk id="3" creationId="{4A30C7CD-C6A5-4978-D81B-BD88811BE4B0}"/>
          </ac:spMkLst>
        </pc:spChg>
        <pc:spChg chg="add mod">
          <ac:chgData name="xia, y [CEE]" userId="44372938-4521-4e02-83c5-531382bbf641" providerId="ADAL" clId="{4B6632CC-0214-4AEF-B545-5C0C02DA471D}" dt="2025-08-01T12:11:14.758" v="290" actId="20577"/>
          <ac:spMkLst>
            <pc:docMk/>
            <pc:sldMk cId="2769041427" sldId="307"/>
            <ac:spMk id="4" creationId="{9744F386-F4F1-D7C1-C981-895ECD98E827}"/>
          </ac:spMkLst>
        </pc:spChg>
        <pc:picChg chg="add mod modCrop">
          <ac:chgData name="xia, y [CEE]" userId="44372938-4521-4e02-83c5-531382bbf641" providerId="ADAL" clId="{4B6632CC-0214-4AEF-B545-5C0C02DA471D}" dt="2025-08-01T12:13:56.728" v="320" actId="1076"/>
          <ac:picMkLst>
            <pc:docMk/>
            <pc:sldMk cId="2769041427" sldId="307"/>
            <ac:picMk id="6" creationId="{71B10C4A-332B-EBDB-666B-E4D8E6A8F85D}"/>
          </ac:picMkLst>
        </pc:picChg>
        <pc:picChg chg="add mod modCrop">
          <ac:chgData name="xia, y [CEE]" userId="44372938-4521-4e02-83c5-531382bbf641" providerId="ADAL" clId="{4B6632CC-0214-4AEF-B545-5C0C02DA471D}" dt="2025-08-01T12:14:05.168" v="322" actId="1076"/>
          <ac:picMkLst>
            <pc:docMk/>
            <pc:sldMk cId="2769041427" sldId="307"/>
            <ac:picMk id="8" creationId="{E8E2A9EC-F31C-02BE-E914-B55192645F94}"/>
          </ac:picMkLst>
        </pc:picChg>
        <pc:picChg chg="add mod modCrop">
          <ac:chgData name="xia, y [CEE]" userId="44372938-4521-4e02-83c5-531382bbf641" providerId="ADAL" clId="{4B6632CC-0214-4AEF-B545-5C0C02DA471D}" dt="2025-08-01T12:14:06.408" v="323" actId="1076"/>
          <ac:picMkLst>
            <pc:docMk/>
            <pc:sldMk cId="2769041427" sldId="307"/>
            <ac:picMk id="10" creationId="{F795AA5F-8D82-4D54-9852-AC94A6E00C0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2026/1/29/Thursday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2026/1/29/Thursday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2026/1/29/Thursday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2026/1/29/Thursday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2026/1/29/Thursday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2026/1/29/Thursday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2026/1/29/Thursday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2026/1/29/Thursday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2026/1/29/Thursday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2026/1/29/Thursday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2026/1/29/Thursday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2026/1/29/Thursday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oup of people in matching shirts&#10;&#10;AI-generated content may be incorrect.">
            <a:extLst>
              <a:ext uri="{FF2B5EF4-FFF2-40B4-BE49-F238E27FC236}">
                <a16:creationId xmlns:a16="http://schemas.microsoft.com/office/drawing/2014/main" id="{80654E3B-A14E-2E64-301D-8623C711F1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169" b="-1"/>
          <a:stretch>
            <a:fillRect/>
          </a:stretch>
        </p:blipFill>
        <p:spPr>
          <a:xfrm>
            <a:off x="20" y="314760"/>
            <a:ext cx="12191980" cy="6228480"/>
          </a:xfrm>
          <a:custGeom>
            <a:avLst/>
            <a:gdLst/>
            <a:ahLst/>
            <a:cxnLst/>
            <a:rect l="l" t="t" r="r" b="b"/>
            <a:pathLst>
              <a:path w="12188952" h="4558430">
                <a:moveTo>
                  <a:pt x="6789701" y="4490221"/>
                </a:moveTo>
                <a:lnTo>
                  <a:pt x="6788702" y="4490299"/>
                </a:lnTo>
                <a:lnTo>
                  <a:pt x="6788476" y="4490833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3596895"/>
                </a:lnTo>
                <a:lnTo>
                  <a:pt x="12061096" y="3635026"/>
                </a:lnTo>
                <a:cubicBezTo>
                  <a:pt x="11933500" y="3671240"/>
                  <a:pt x="11805390" y="3705769"/>
                  <a:pt x="11676800" y="3738601"/>
                </a:cubicBezTo>
                <a:cubicBezTo>
                  <a:pt x="11262789" y="3846108"/>
                  <a:pt x="10845343" y="3939710"/>
                  <a:pt x="10425355" y="4022140"/>
                </a:cubicBezTo>
                <a:cubicBezTo>
                  <a:pt x="10092810" y="4087351"/>
                  <a:pt x="9759033" y="4145748"/>
                  <a:pt x="9424022" y="4197302"/>
                </a:cubicBezTo>
                <a:cubicBezTo>
                  <a:pt x="9102997" y="4246959"/>
                  <a:pt x="8781133" y="4291526"/>
                  <a:pt x="8458419" y="4331003"/>
                </a:cubicBezTo>
                <a:cubicBezTo>
                  <a:pt x="8211360" y="4361169"/>
                  <a:pt x="7963792" y="4386742"/>
                  <a:pt x="7715970" y="4410950"/>
                </a:cubicBezTo>
                <a:lnTo>
                  <a:pt x="6951716" y="4476730"/>
                </a:lnTo>
                <a:lnTo>
                  <a:pt x="6936303" y="4478801"/>
                </a:lnTo>
                <a:lnTo>
                  <a:pt x="6790448" y="4490162"/>
                </a:lnTo>
                <a:lnTo>
                  <a:pt x="6799941" y="4491982"/>
                </a:lnTo>
                <a:cubicBezTo>
                  <a:pt x="6811623" y="4492448"/>
                  <a:pt x="6823734" y="4490275"/>
                  <a:pt x="6835432" y="4490275"/>
                </a:cubicBezTo>
                <a:cubicBezTo>
                  <a:pt x="6851580" y="4490275"/>
                  <a:pt x="6867729" y="4487668"/>
                  <a:pt x="6884003" y="4487297"/>
                </a:cubicBezTo>
                <a:cubicBezTo>
                  <a:pt x="7115805" y="4481835"/>
                  <a:pt x="7347351" y="4469668"/>
                  <a:pt x="7578771" y="4454770"/>
                </a:cubicBezTo>
                <a:cubicBezTo>
                  <a:pt x="7927552" y="4432302"/>
                  <a:pt x="8276080" y="4404123"/>
                  <a:pt x="8623845" y="4367873"/>
                </a:cubicBezTo>
                <a:cubicBezTo>
                  <a:pt x="8909939" y="4338575"/>
                  <a:pt x="9195310" y="4303940"/>
                  <a:pt x="9479970" y="4263967"/>
                </a:cubicBezTo>
                <a:cubicBezTo>
                  <a:pt x="9864901" y="4209593"/>
                  <a:pt x="10248014" y="4144879"/>
                  <a:pt x="10629308" y="4069810"/>
                </a:cubicBezTo>
                <a:cubicBezTo>
                  <a:pt x="11090114" y="3978690"/>
                  <a:pt x="11546975" y="3871184"/>
                  <a:pt x="11998498" y="3743816"/>
                </a:cubicBezTo>
                <a:lnTo>
                  <a:pt x="12188952" y="3687715"/>
                </a:lnTo>
                <a:lnTo>
                  <a:pt x="12188952" y="3742439"/>
                </a:lnTo>
                <a:lnTo>
                  <a:pt x="11829257" y="3846853"/>
                </a:lnTo>
                <a:cubicBezTo>
                  <a:pt x="11534769" y="3926550"/>
                  <a:pt x="11238120" y="3997436"/>
                  <a:pt x="10939183" y="4061368"/>
                </a:cubicBezTo>
                <a:cubicBezTo>
                  <a:pt x="10622824" y="4129150"/>
                  <a:pt x="10304941" y="4189147"/>
                  <a:pt x="9985530" y="4241373"/>
                </a:cubicBezTo>
                <a:cubicBezTo>
                  <a:pt x="9720036" y="4284822"/>
                  <a:pt x="9453814" y="4323467"/>
                  <a:pt x="9186882" y="4357320"/>
                </a:cubicBezTo>
                <a:cubicBezTo>
                  <a:pt x="8984197" y="4382894"/>
                  <a:pt x="8781514" y="4406977"/>
                  <a:pt x="8578198" y="4426839"/>
                </a:cubicBezTo>
                <a:cubicBezTo>
                  <a:pt x="8340547" y="4449559"/>
                  <a:pt x="8102644" y="4471034"/>
                  <a:pt x="7864358" y="4488290"/>
                </a:cubicBezTo>
                <a:cubicBezTo>
                  <a:pt x="7554994" y="4510634"/>
                  <a:pt x="7245502" y="4528512"/>
                  <a:pt x="6935502" y="4539684"/>
                </a:cubicBezTo>
                <a:cubicBezTo>
                  <a:pt x="6782917" y="4545147"/>
                  <a:pt x="6630334" y="4548995"/>
                  <a:pt x="6477750" y="4553587"/>
                </a:cubicBezTo>
                <a:cubicBezTo>
                  <a:pt x="6439195" y="4551503"/>
                  <a:pt x="6400529" y="4553128"/>
                  <a:pt x="6362294" y="4558430"/>
                </a:cubicBezTo>
                <a:lnTo>
                  <a:pt x="6057129" y="4558430"/>
                </a:lnTo>
                <a:lnTo>
                  <a:pt x="5977784" y="4553836"/>
                </a:lnTo>
                <a:cubicBezTo>
                  <a:pt x="5740261" y="4541423"/>
                  <a:pt x="5502739" y="4527644"/>
                  <a:pt x="5265087" y="4517587"/>
                </a:cubicBezTo>
                <a:cubicBezTo>
                  <a:pt x="4958267" y="4505171"/>
                  <a:pt x="4651826" y="4484691"/>
                  <a:pt x="4346277" y="4455517"/>
                </a:cubicBezTo>
                <a:cubicBezTo>
                  <a:pt x="4021654" y="4424605"/>
                  <a:pt x="3697795" y="4389970"/>
                  <a:pt x="3373045" y="4356948"/>
                </a:cubicBezTo>
                <a:cubicBezTo>
                  <a:pt x="3035412" y="4322686"/>
                  <a:pt x="2698456" y="4283047"/>
                  <a:pt x="2362173" y="4238021"/>
                </a:cubicBezTo>
                <a:cubicBezTo>
                  <a:pt x="1984692" y="4187868"/>
                  <a:pt x="1608364" y="4130142"/>
                  <a:pt x="1233177" y="4064845"/>
                </a:cubicBezTo>
                <a:cubicBezTo>
                  <a:pt x="842181" y="3996132"/>
                  <a:pt x="453758" y="3917644"/>
                  <a:pt x="68500" y="3825138"/>
                </a:cubicBezTo>
                <a:lnTo>
                  <a:pt x="0" y="3807783"/>
                </a:lnTo>
                <a:lnTo>
                  <a:pt x="0" y="3751294"/>
                </a:lnTo>
                <a:lnTo>
                  <a:pt x="72441" y="3770071"/>
                </a:lnTo>
                <a:cubicBezTo>
                  <a:pt x="247961" y="3812249"/>
                  <a:pt x="424164" y="3851509"/>
                  <a:pt x="600716" y="3888441"/>
                </a:cubicBezTo>
                <a:cubicBezTo>
                  <a:pt x="988279" y="3969255"/>
                  <a:pt x="1378133" y="4038153"/>
                  <a:pt x="1769512" y="4098609"/>
                </a:cubicBezTo>
                <a:cubicBezTo>
                  <a:pt x="2052426" y="4142185"/>
                  <a:pt x="2335725" y="4182282"/>
                  <a:pt x="2613554" y="4215551"/>
                </a:cubicBezTo>
                <a:cubicBezTo>
                  <a:pt x="2605544" y="4218158"/>
                  <a:pt x="2594611" y="4208102"/>
                  <a:pt x="2581134" y="4205620"/>
                </a:cubicBezTo>
                <a:cubicBezTo>
                  <a:pt x="2087178" y="4113668"/>
                  <a:pt x="1597684" y="4002775"/>
                  <a:pt x="1112635" y="3872923"/>
                </a:cubicBezTo>
                <a:cubicBezTo>
                  <a:pt x="880453" y="3810852"/>
                  <a:pt x="649713" y="3744374"/>
                  <a:pt x="420412" y="3673490"/>
                </a:cubicBezTo>
                <a:lnTo>
                  <a:pt x="0" y="3534573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223053614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489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Arial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Xiaoming LEI</dc:creator>
  <cp:lastModifiedBy>LEI, Xiaoming [CEE]</cp:lastModifiedBy>
  <cp:revision>18</cp:revision>
  <dcterms:created xsi:type="dcterms:W3CDTF">2023-08-09T12:44:55Z</dcterms:created>
  <dcterms:modified xsi:type="dcterms:W3CDTF">2026-01-29T06:38:19Z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2052-12.1.0.15259</vt:lpwstr>
  </property>
</Properties>
</file>